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0"/>
    <p:restoredTop sz="96327"/>
  </p:normalViewPr>
  <p:slideViewPr>
    <p:cSldViewPr snapToGrid="0">
      <p:cViewPr varScale="1">
        <p:scale>
          <a:sx n="128" d="100"/>
          <a:sy n="128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hdo (DO, Minh Canh)" userId="24205083140_tp_box_2" providerId="OAuth2" clId="{8AC2D561-AF0F-5619-A036-5497E01CC2EF}"/>
    <pc:docChg chg="undo custSel addSld delSld modSld">
      <pc:chgData name="canhdo (DO, Minh Canh)" userId="24205083140_tp_box_2" providerId="OAuth2" clId="{8AC2D561-AF0F-5619-A036-5497E01CC2EF}" dt="2026-01-07T01:55:32.930" v="481" actId="1037"/>
      <pc:docMkLst>
        <pc:docMk/>
      </pc:docMkLst>
      <pc:sldChg chg="addSp delSp modSp new mod">
        <pc:chgData name="canhdo (DO, Minh Canh)" userId="24205083140_tp_box_2" providerId="OAuth2" clId="{8AC2D561-AF0F-5619-A036-5497E01CC2EF}" dt="2026-01-07T01:55:32.930" v="481" actId="1037"/>
        <pc:sldMkLst>
          <pc:docMk/>
          <pc:sldMk cId="2560686432" sldId="256"/>
        </pc:sldMkLst>
        <pc:spChg chg="add mod">
          <ac:chgData name="canhdo (DO, Minh Canh)" userId="24205083140_tp_box_2" providerId="OAuth2" clId="{8AC2D561-AF0F-5619-A036-5497E01CC2EF}" dt="2026-01-06T05:29:10.319" v="369" actId="408"/>
          <ac:spMkLst>
            <pc:docMk/>
            <pc:sldMk cId="2560686432" sldId="256"/>
            <ac:spMk id="41" creationId="{95AD7342-83D8-27DA-E60C-AE89E11EAF4B}"/>
          </ac:spMkLst>
        </pc:spChg>
        <pc:spChg chg="add mod topLvl">
          <ac:chgData name="canhdo (DO, Minh Canh)" userId="24205083140_tp_box_2" providerId="OAuth2" clId="{8AC2D561-AF0F-5619-A036-5497E01CC2EF}" dt="2026-01-06T05:35:06.586" v="442" actId="165"/>
          <ac:spMkLst>
            <pc:docMk/>
            <pc:sldMk cId="2560686432" sldId="256"/>
            <ac:spMk id="43" creationId="{37247104-09A6-CF15-9AEB-2C96133D1CC3}"/>
          </ac:spMkLst>
        </pc:spChg>
        <pc:spChg chg="add mod topLvl">
          <ac:chgData name="canhdo (DO, Minh Canh)" userId="24205083140_tp_box_2" providerId="OAuth2" clId="{8AC2D561-AF0F-5619-A036-5497E01CC2EF}" dt="2026-01-07T01:55:05.886" v="462" actId="1037"/>
          <ac:spMkLst>
            <pc:docMk/>
            <pc:sldMk cId="2560686432" sldId="256"/>
            <ac:spMk id="45" creationId="{422E7500-9522-5B80-521C-4BF2C1068485}"/>
          </ac:spMkLst>
        </pc:spChg>
        <pc:spChg chg="add mod topLvl">
          <ac:chgData name="canhdo (DO, Minh Canh)" userId="24205083140_tp_box_2" providerId="OAuth2" clId="{8AC2D561-AF0F-5619-A036-5497E01CC2EF}" dt="2026-01-06T05:35:16.029" v="443" actId="555"/>
          <ac:spMkLst>
            <pc:docMk/>
            <pc:sldMk cId="2560686432" sldId="256"/>
            <ac:spMk id="48" creationId="{42B8E402-E38C-CDB3-78EA-92429D181430}"/>
          </ac:spMkLst>
        </pc:spChg>
        <pc:spChg chg="add mod topLvl">
          <ac:chgData name="canhdo (DO, Minh Canh)" userId="24205083140_tp_box_2" providerId="OAuth2" clId="{8AC2D561-AF0F-5619-A036-5497E01CC2EF}" dt="2026-01-06T05:35:06.586" v="442" actId="165"/>
          <ac:spMkLst>
            <pc:docMk/>
            <pc:sldMk cId="2560686432" sldId="256"/>
            <ac:spMk id="53" creationId="{31ACB054-01D8-54C6-59E3-08B7D668417F}"/>
          </ac:spMkLst>
        </pc:spChg>
        <pc:spChg chg="add mod topLvl">
          <ac:chgData name="canhdo (DO, Minh Canh)" userId="24205083140_tp_box_2" providerId="OAuth2" clId="{8AC2D561-AF0F-5619-A036-5497E01CC2EF}" dt="2026-01-07T01:55:11.960" v="466" actId="1038"/>
          <ac:spMkLst>
            <pc:docMk/>
            <pc:sldMk cId="2560686432" sldId="256"/>
            <ac:spMk id="54" creationId="{8E6F0414-E82D-E84B-B691-1759467C3B1A}"/>
          </ac:spMkLst>
        </pc:spChg>
        <pc:spChg chg="add mod topLvl">
          <ac:chgData name="canhdo (DO, Minh Canh)" userId="24205083140_tp_box_2" providerId="OAuth2" clId="{8AC2D561-AF0F-5619-A036-5497E01CC2EF}" dt="2026-01-07T01:55:00.226" v="456" actId="1038"/>
          <ac:spMkLst>
            <pc:docMk/>
            <pc:sldMk cId="2560686432" sldId="256"/>
            <ac:spMk id="55" creationId="{463E5CE0-F0EB-169A-D2A8-3E655378F758}"/>
          </ac:spMkLst>
        </pc:spChg>
        <pc:spChg chg="add mod">
          <ac:chgData name="canhdo (DO, Minh Canh)" userId="24205083140_tp_box_2" providerId="OAuth2" clId="{8AC2D561-AF0F-5619-A036-5497E01CC2EF}" dt="2026-01-06T05:29:37.054" v="390" actId="1036"/>
          <ac:spMkLst>
            <pc:docMk/>
            <pc:sldMk cId="2560686432" sldId="256"/>
            <ac:spMk id="57" creationId="{02BDACAD-147C-844D-4761-490A466AAC57}"/>
          </ac:spMkLst>
        </pc:spChg>
        <pc:spChg chg="add mod">
          <ac:chgData name="canhdo (DO, Minh Canh)" userId="24205083140_tp_box_2" providerId="OAuth2" clId="{8AC2D561-AF0F-5619-A036-5497E01CC2EF}" dt="2026-01-06T05:29:37.054" v="390" actId="1036"/>
          <ac:spMkLst>
            <pc:docMk/>
            <pc:sldMk cId="2560686432" sldId="256"/>
            <ac:spMk id="58" creationId="{5F4EB3F0-F179-F6DE-11CC-16F996EC8FD6}"/>
          </ac:spMkLst>
        </pc:spChg>
        <pc:spChg chg="add mod topLvl">
          <ac:chgData name="canhdo (DO, Minh Canh)" userId="24205083140_tp_box_2" providerId="OAuth2" clId="{8AC2D561-AF0F-5619-A036-5497E01CC2EF}" dt="2026-01-07T01:55:32.930" v="481" actId="1037"/>
          <ac:spMkLst>
            <pc:docMk/>
            <pc:sldMk cId="2560686432" sldId="256"/>
            <ac:spMk id="59" creationId="{D007063E-A0C7-55D4-83D2-F6B54B0419BC}"/>
          </ac:spMkLst>
        </pc:spChg>
        <pc:spChg chg="add mod topLvl">
          <ac:chgData name="canhdo (DO, Minh Canh)" userId="24205083140_tp_box_2" providerId="OAuth2" clId="{8AC2D561-AF0F-5619-A036-5497E01CC2EF}" dt="2026-01-07T01:55:19.810" v="467" actId="1035"/>
          <ac:spMkLst>
            <pc:docMk/>
            <pc:sldMk cId="2560686432" sldId="256"/>
            <ac:spMk id="60" creationId="{028DE85F-5D7E-CED3-E586-9378F1DD1F6A}"/>
          </ac:spMkLst>
        </pc:spChg>
        <pc:spChg chg="add mod topLvl">
          <ac:chgData name="canhdo (DO, Minh Canh)" userId="24205083140_tp_box_2" providerId="OAuth2" clId="{8AC2D561-AF0F-5619-A036-5497E01CC2EF}" dt="2026-01-07T01:55:27.036" v="474" actId="1038"/>
          <ac:spMkLst>
            <pc:docMk/>
            <pc:sldMk cId="2560686432" sldId="256"/>
            <ac:spMk id="61" creationId="{0C721B96-B750-2A18-77A2-9AB7F3E9FD85}"/>
          </ac:spMkLst>
        </pc:spChg>
        <pc:spChg chg="add mod topLvl">
          <ac:chgData name="canhdo (DO, Minh Canh)" userId="24205083140_tp_box_2" providerId="OAuth2" clId="{8AC2D561-AF0F-5619-A036-5497E01CC2EF}" dt="2026-01-07T01:55:24.537" v="473" actId="1038"/>
          <ac:spMkLst>
            <pc:docMk/>
            <pc:sldMk cId="2560686432" sldId="256"/>
            <ac:spMk id="62" creationId="{1C7D31F6-A9A1-63B4-166D-2D39EAEC3C36}"/>
          </ac:spMkLst>
        </pc:spChg>
        <pc:cxnChg chg="add mod">
          <ac:chgData name="canhdo (DO, Minh Canh)" userId="24205083140_tp_box_2" providerId="OAuth2" clId="{8AC2D561-AF0F-5619-A036-5497E01CC2EF}" dt="2026-01-06T05:29:17.818" v="370" actId="14100"/>
          <ac:cxnSpMkLst>
            <pc:docMk/>
            <pc:sldMk cId="2560686432" sldId="256"/>
            <ac:cxnSpMk id="24" creationId="{FB68702D-C162-A730-8D75-9A7C0C406428}"/>
          </ac:cxnSpMkLst>
        </pc:cxnChg>
        <pc:cxnChg chg="add mod">
          <ac:chgData name="canhdo (DO, Minh Canh)" userId="24205083140_tp_box_2" providerId="OAuth2" clId="{8AC2D561-AF0F-5619-A036-5497E01CC2EF}" dt="2026-01-06T05:29:20.011" v="371" actId="14100"/>
          <ac:cxnSpMkLst>
            <pc:docMk/>
            <pc:sldMk cId="2560686432" sldId="256"/>
            <ac:cxnSpMk id="26" creationId="{2A1DA589-8763-FCAA-2116-F39A7CB6366C}"/>
          </ac:cxnSpMkLst>
        </pc:cxnChg>
        <pc:cxnChg chg="add mod">
          <ac:chgData name="canhdo (DO, Minh Canh)" userId="24205083140_tp_box_2" providerId="OAuth2" clId="{8AC2D561-AF0F-5619-A036-5497E01CC2EF}" dt="2026-01-07T01:55:05.886" v="462" actId="1037"/>
          <ac:cxnSpMkLst>
            <pc:docMk/>
            <pc:sldMk cId="2560686432" sldId="256"/>
            <ac:cxnSpMk id="31" creationId="{76769460-D5C9-6A99-A604-43B919F1016C}"/>
          </ac:cxnSpMkLst>
        </pc:cxnChg>
        <pc:cxnChg chg="add del mod">
          <ac:chgData name="canhdo (DO, Minh Canh)" userId="24205083140_tp_box_2" providerId="OAuth2" clId="{8AC2D561-AF0F-5619-A036-5497E01CC2EF}" dt="2026-01-06T05:35:16.029" v="443" actId="555"/>
          <ac:cxnSpMkLst>
            <pc:docMk/>
            <pc:sldMk cId="2560686432" sldId="256"/>
            <ac:cxnSpMk id="32" creationId="{80C2C170-ECE5-A422-3F48-814D9E3FEC0D}"/>
          </ac:cxnSpMkLst>
        </pc:cxnChg>
        <pc:cxnChg chg="add mod">
          <ac:chgData name="canhdo (DO, Minh Canh)" userId="24205083140_tp_box_2" providerId="OAuth2" clId="{8AC2D561-AF0F-5619-A036-5497E01CC2EF}" dt="2026-01-07T01:55:11.960" v="466" actId="1038"/>
          <ac:cxnSpMkLst>
            <pc:docMk/>
            <pc:sldMk cId="2560686432" sldId="256"/>
            <ac:cxnSpMk id="51" creationId="{6FE5B20F-8578-7E91-F3B1-77CCC4385D76}"/>
          </ac:cxnSpMkLst>
        </pc:cxnChg>
        <pc:cxnChg chg="add mod">
          <ac:chgData name="canhdo (DO, Minh Canh)" userId="24205083140_tp_box_2" providerId="OAuth2" clId="{8AC2D561-AF0F-5619-A036-5497E01CC2EF}" dt="2026-01-07T01:55:00.226" v="456" actId="1038"/>
          <ac:cxnSpMkLst>
            <pc:docMk/>
            <pc:sldMk cId="2560686432" sldId="256"/>
            <ac:cxnSpMk id="52" creationId="{D1D49F38-B5E4-A76C-761A-1BCFA25ADE98}"/>
          </ac:cxnSpMkLst>
        </pc:cxnChg>
      </pc:sldChg>
    </pc:docChg>
  </pc:docChgLst>
  <pc:docChgLst>
    <pc:chgData name="canhdo (DO, Minh Canh)" userId="24205083140_tp_box_2" providerId="OAuth2" clId="{35946FE8-44BD-5C23-BD6A-A31C3F49FF07}"/>
    <pc:docChg chg="modSld">
      <pc:chgData name="canhdo (DO, Minh Canh)" userId="24205083140_tp_box_2" providerId="OAuth2" clId="{35946FE8-44BD-5C23-BD6A-A31C3F49FF07}" dt="2026-01-11T01:12:37.123" v="56" actId="1038"/>
      <pc:docMkLst>
        <pc:docMk/>
      </pc:docMkLst>
      <pc:sldChg chg="modSp mod">
        <pc:chgData name="canhdo (DO, Minh Canh)" userId="24205083140_tp_box_2" providerId="OAuth2" clId="{35946FE8-44BD-5C23-BD6A-A31C3F49FF07}" dt="2026-01-11T01:12:37.123" v="56" actId="1038"/>
        <pc:sldMkLst>
          <pc:docMk/>
          <pc:sldMk cId="2560686432" sldId="256"/>
        </pc:sldMkLst>
        <pc:spChg chg="mod">
          <ac:chgData name="canhdo (DO, Minh Canh)" userId="24205083140_tp_box_2" providerId="OAuth2" clId="{35946FE8-44BD-5C23-BD6A-A31C3F49FF07}" dt="2026-01-11T01:11:47.731" v="28" actId="1035"/>
          <ac:spMkLst>
            <pc:docMk/>
            <pc:sldMk cId="2560686432" sldId="256"/>
            <ac:spMk id="43" creationId="{37247104-09A6-CF15-9AEB-2C96133D1CC3}"/>
          </ac:spMkLst>
        </pc:spChg>
        <pc:spChg chg="mod">
          <ac:chgData name="canhdo (DO, Minh Canh)" userId="24205083140_tp_box_2" providerId="OAuth2" clId="{35946FE8-44BD-5C23-BD6A-A31C3F49FF07}" dt="2026-01-11T01:11:55.215" v="32" actId="1036"/>
          <ac:spMkLst>
            <pc:docMk/>
            <pc:sldMk cId="2560686432" sldId="256"/>
            <ac:spMk id="45" creationId="{422E7500-9522-5B80-521C-4BF2C1068485}"/>
          </ac:spMkLst>
        </pc:spChg>
        <pc:spChg chg="mod">
          <ac:chgData name="canhdo (DO, Minh Canh)" userId="24205083140_tp_box_2" providerId="OAuth2" clId="{35946FE8-44BD-5C23-BD6A-A31C3F49FF07}" dt="2026-01-11T01:11:55.215" v="32" actId="1036"/>
          <ac:spMkLst>
            <pc:docMk/>
            <pc:sldMk cId="2560686432" sldId="256"/>
            <ac:spMk id="48" creationId="{42B8E402-E38C-CDB3-78EA-92429D181430}"/>
          </ac:spMkLst>
        </pc:spChg>
        <pc:spChg chg="mod">
          <ac:chgData name="canhdo (DO, Minh Canh)" userId="24205083140_tp_box_2" providerId="OAuth2" clId="{35946FE8-44BD-5C23-BD6A-A31C3F49FF07}" dt="2026-01-11T01:11:47.731" v="28" actId="1035"/>
          <ac:spMkLst>
            <pc:docMk/>
            <pc:sldMk cId="2560686432" sldId="256"/>
            <ac:spMk id="53" creationId="{31ACB054-01D8-54C6-59E3-08B7D668417F}"/>
          </ac:spMkLst>
        </pc:spChg>
        <pc:spChg chg="mod">
          <ac:chgData name="canhdo (DO, Minh Canh)" userId="24205083140_tp_box_2" providerId="OAuth2" clId="{35946FE8-44BD-5C23-BD6A-A31C3F49FF07}" dt="2026-01-11T01:11:55.215" v="32" actId="1036"/>
          <ac:spMkLst>
            <pc:docMk/>
            <pc:sldMk cId="2560686432" sldId="256"/>
            <ac:spMk id="54" creationId="{8E6F0414-E82D-E84B-B691-1759467C3B1A}"/>
          </ac:spMkLst>
        </pc:spChg>
        <pc:spChg chg="mod">
          <ac:chgData name="canhdo (DO, Minh Canh)" userId="24205083140_tp_box_2" providerId="OAuth2" clId="{35946FE8-44BD-5C23-BD6A-A31C3F49FF07}" dt="2026-01-11T01:11:55.215" v="32" actId="1036"/>
          <ac:spMkLst>
            <pc:docMk/>
            <pc:sldMk cId="2560686432" sldId="256"/>
            <ac:spMk id="55" creationId="{463E5CE0-F0EB-169A-D2A8-3E655378F758}"/>
          </ac:spMkLst>
        </pc:spChg>
        <pc:spChg chg="mod">
          <ac:chgData name="canhdo (DO, Minh Canh)" userId="24205083140_tp_box_2" providerId="OAuth2" clId="{35946FE8-44BD-5C23-BD6A-A31C3F49FF07}" dt="2026-01-11T01:12:23.345" v="52" actId="1037"/>
          <ac:spMkLst>
            <pc:docMk/>
            <pc:sldMk cId="2560686432" sldId="256"/>
            <ac:spMk id="57" creationId="{02BDACAD-147C-844D-4761-490A466AAC57}"/>
          </ac:spMkLst>
        </pc:spChg>
        <pc:spChg chg="mod">
          <ac:chgData name="canhdo (DO, Minh Canh)" userId="24205083140_tp_box_2" providerId="OAuth2" clId="{35946FE8-44BD-5C23-BD6A-A31C3F49FF07}" dt="2026-01-11T01:12:18.461" v="50" actId="1035"/>
          <ac:spMkLst>
            <pc:docMk/>
            <pc:sldMk cId="2560686432" sldId="256"/>
            <ac:spMk id="58" creationId="{5F4EB3F0-F179-F6DE-11CC-16F996EC8FD6}"/>
          </ac:spMkLst>
        </pc:spChg>
        <pc:spChg chg="mod">
          <ac:chgData name="canhdo (DO, Minh Canh)" userId="24205083140_tp_box_2" providerId="OAuth2" clId="{35946FE8-44BD-5C23-BD6A-A31C3F49FF07}" dt="2026-01-11T01:12:37.123" v="56" actId="1038"/>
          <ac:spMkLst>
            <pc:docMk/>
            <pc:sldMk cId="2560686432" sldId="256"/>
            <ac:spMk id="59" creationId="{D007063E-A0C7-55D4-83D2-F6B54B0419BC}"/>
          </ac:spMkLst>
        </pc:spChg>
        <pc:spChg chg="mod">
          <ac:chgData name="canhdo (DO, Minh Canh)" userId="24205083140_tp_box_2" providerId="OAuth2" clId="{35946FE8-44BD-5C23-BD6A-A31C3F49FF07}" dt="2026-01-11T01:12:29.940" v="55" actId="1035"/>
          <ac:spMkLst>
            <pc:docMk/>
            <pc:sldMk cId="2560686432" sldId="256"/>
            <ac:spMk id="60" creationId="{028DE85F-5D7E-CED3-E586-9378F1DD1F6A}"/>
          </ac:spMkLst>
        </pc:spChg>
        <pc:spChg chg="mod">
          <ac:chgData name="canhdo (DO, Minh Canh)" userId="24205083140_tp_box_2" providerId="OAuth2" clId="{35946FE8-44BD-5C23-BD6A-A31C3F49FF07}" dt="2026-01-11T01:12:29.940" v="55" actId="1035"/>
          <ac:spMkLst>
            <pc:docMk/>
            <pc:sldMk cId="2560686432" sldId="256"/>
            <ac:spMk id="61" creationId="{0C721B96-B750-2A18-77A2-9AB7F3E9FD85}"/>
          </ac:spMkLst>
        </pc:spChg>
        <pc:spChg chg="mod">
          <ac:chgData name="canhdo (DO, Minh Canh)" userId="24205083140_tp_box_2" providerId="OAuth2" clId="{35946FE8-44BD-5C23-BD6A-A31C3F49FF07}" dt="2026-01-11T01:12:29.940" v="55" actId="1035"/>
          <ac:spMkLst>
            <pc:docMk/>
            <pc:sldMk cId="2560686432" sldId="256"/>
            <ac:spMk id="62" creationId="{1C7D31F6-A9A1-63B4-166D-2D39EAEC3C36}"/>
          </ac:spMkLst>
        </pc:spChg>
        <pc:cxnChg chg="mod">
          <ac:chgData name="canhdo (DO, Minh Canh)" userId="24205083140_tp_box_2" providerId="OAuth2" clId="{35946FE8-44BD-5C23-BD6A-A31C3F49FF07}" dt="2026-01-11T01:11:55.215" v="32" actId="1036"/>
          <ac:cxnSpMkLst>
            <pc:docMk/>
            <pc:sldMk cId="2560686432" sldId="256"/>
            <ac:cxnSpMk id="31" creationId="{76769460-D5C9-6A99-A604-43B919F1016C}"/>
          </ac:cxnSpMkLst>
        </pc:cxnChg>
        <pc:cxnChg chg="mod">
          <ac:chgData name="canhdo (DO, Minh Canh)" userId="24205083140_tp_box_2" providerId="OAuth2" clId="{35946FE8-44BD-5C23-BD6A-A31C3F49FF07}" dt="2026-01-11T01:11:55.215" v="32" actId="1036"/>
          <ac:cxnSpMkLst>
            <pc:docMk/>
            <pc:sldMk cId="2560686432" sldId="256"/>
            <ac:cxnSpMk id="32" creationId="{80C2C170-ECE5-A422-3F48-814D9E3FEC0D}"/>
          </ac:cxnSpMkLst>
        </pc:cxnChg>
        <pc:cxnChg chg="mod">
          <ac:chgData name="canhdo (DO, Minh Canh)" userId="24205083140_tp_box_2" providerId="OAuth2" clId="{35946FE8-44BD-5C23-BD6A-A31C3F49FF07}" dt="2026-01-11T01:11:55.215" v="32" actId="1036"/>
          <ac:cxnSpMkLst>
            <pc:docMk/>
            <pc:sldMk cId="2560686432" sldId="256"/>
            <ac:cxnSpMk id="51" creationId="{6FE5B20F-8578-7E91-F3B1-77CCC4385D76}"/>
          </ac:cxnSpMkLst>
        </pc:cxnChg>
        <pc:cxnChg chg="mod">
          <ac:chgData name="canhdo (DO, Minh Canh)" userId="24205083140_tp_box_2" providerId="OAuth2" clId="{35946FE8-44BD-5C23-BD6A-A31C3F49FF07}" dt="2026-01-11T01:11:55.215" v="32" actId="1036"/>
          <ac:cxnSpMkLst>
            <pc:docMk/>
            <pc:sldMk cId="2560686432" sldId="256"/>
            <ac:cxnSpMk id="52" creationId="{D1D49F38-B5E4-A76C-761A-1BCFA25ADE9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36ABA-1669-9848-8FD8-F1218ADD5187}" type="datetimeFigureOut">
              <a:rPr lang="en-JP" smtClean="0"/>
              <a:t>1/11/26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DCD01-E3C0-EE41-B103-17366F10E65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0808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E96E-C085-76A1-508B-2A6FB1A67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BEA45-F71E-DE03-43A4-BCDFC358B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43166-83F8-51D4-5835-580FAEEE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3BD95-976E-C28F-ACE5-88419EDB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7F52B-6E55-8506-7C87-1483CA03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5250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B007-A9DF-7BAD-5359-AD277636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D0F09-73D9-AE33-42E8-A3D61B7F9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61FA-93F2-9275-A1E6-DFA4E407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390A-D86E-7929-DE31-9338C097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A0A0E-806F-A4C1-1A6A-B0BCCA22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8016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7CF2-7A9D-DDEF-C710-26FE8995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62984-E8D0-2ED5-0847-AD03390F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4BA88-7FB1-DE31-846C-C501C408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5B32-3CD9-F47F-F491-7D8767F5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1B0EB-5BB4-DAB5-82F4-F17B8B03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761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3791-3C8C-727C-F6F9-A8F95DFE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1A16-6936-675C-2308-4780168FB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C73FB-4658-01C9-4EC0-A93986EDB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5D293-41A2-E0E5-A67C-84E1CC106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94C5F-026D-4AB6-13C8-D5A6044B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27FB9-0C65-2DB0-4316-BFFBDDD4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9050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8BED-FF11-B71C-EB45-240CEE24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BE426-456F-B6FA-6308-D3C865531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C884F-90BD-4EBB-436A-100073BB4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38E79-1953-1CED-B55F-4ABC8E1DC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FA894-7DB8-776F-232F-7B55318B2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00F5A-9AE8-A308-82A9-F91ABB79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A0064-0FCA-301D-C56E-8AF867AA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55481-E1EC-609E-A1FC-2AE9E853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9905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ED18-8CE4-9AEF-8324-D53C5A8A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91363-954D-0019-5DD3-888B8CFF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DBCFE-0C4D-1B91-BB9C-CE40222F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B599D-E191-B01A-240E-F6851553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963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046AA-01F3-467A-D9C1-8A0765CB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9B164-BC63-D982-C69B-BDF2E1B2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09330-C188-C1B5-59A0-3E23E6C0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4225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492D-F739-C1EB-C610-BE62EA99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4C8F-DC63-27F0-0EB1-3F2F419B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A1921-ADCD-7D74-1271-165F9C593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E4409-A18A-C412-36CF-84E352D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81C9B-A59C-A66D-0210-421516CD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B0791-4A5F-1831-998D-C0624A35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5853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A90A-072D-4802-5326-3F0EBD26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A58FF-BB71-F50E-13B2-64FB1EE7A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3EEC4-C249-11B3-F5EB-7670557BF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CA0A-7218-5297-8964-D5A29BD5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C2AFA-AEBF-30F2-9320-2F46550C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E95BF-63B1-E63C-813A-9B115577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2271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E6F0-023E-E514-6FDA-6C3CD2EF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3CD10-CA11-E788-EF1B-385607148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31C7-71B0-97B6-7218-DAA73E51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EA3B7-1BEE-4807-86AF-A826001C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732E8-701A-0A67-AA4A-95BC69B7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9887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2BAC2-E093-3CFC-EA63-96F5A39F7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1DEB0-BE78-15C5-E671-66459199D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41EF-541D-B419-0821-CD8D4A0C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7942-384B-CEEE-F4D3-9D41568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A7ED6-D79F-9844-5846-E39955D2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196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FD57C-559F-E8F4-4385-31440C54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C299-1AA1-87A7-3124-63930AE23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FF208-A881-1C73-5BF6-934C05055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1F023-5E25-9849-AD86-60A4ED01A2C6}" type="datetimeFigureOut">
              <a:rPr lang="en-JP" smtClean="0"/>
              <a:t>1/11/26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F4E1C-8B81-34F3-67E9-BF8FCDA23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B9AA4-0FF8-6F2F-E3A5-FB56D22C4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67647-EFE7-C14D-8844-21972AA82B5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8890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68702D-C162-A730-8D75-9A7C0C406428}"/>
              </a:ext>
            </a:extLst>
          </p:cNvPr>
          <p:cNvCxnSpPr>
            <a:cxnSpLocks/>
            <a:stCxn id="43" idx="7"/>
            <a:endCxn id="41" idx="3"/>
          </p:cNvCxnSpPr>
          <p:nvPr/>
        </p:nvCxnSpPr>
        <p:spPr>
          <a:xfrm flipV="1">
            <a:off x="4817447" y="1086541"/>
            <a:ext cx="740374" cy="598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1DA589-8763-FCAA-2116-F39A7CB6366C}"/>
              </a:ext>
            </a:extLst>
          </p:cNvPr>
          <p:cNvCxnSpPr>
            <a:cxnSpLocks/>
            <a:stCxn id="41" idx="5"/>
            <a:endCxn id="53" idx="1"/>
          </p:cNvCxnSpPr>
          <p:nvPr/>
        </p:nvCxnSpPr>
        <p:spPr>
          <a:xfrm>
            <a:off x="5896349" y="1086541"/>
            <a:ext cx="749587" cy="598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5AD7342-83D8-27DA-E60C-AE89E11EAF4B}"/>
                  </a:ext>
                </a:extLst>
              </p:cNvPr>
              <p:cNvSpPr/>
              <p:nvPr/>
            </p:nvSpPr>
            <p:spPr>
              <a:xfrm>
                <a:off x="5487709" y="677901"/>
                <a:ext cx="478752" cy="4787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5AD7342-83D8-27DA-E60C-AE89E11EA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709" y="677901"/>
                <a:ext cx="478752" cy="47875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02BDACAD-147C-844D-4761-490A466AAC57}"/>
              </a:ext>
            </a:extLst>
          </p:cNvPr>
          <p:cNvSpPr txBox="1"/>
          <p:nvPr/>
        </p:nvSpPr>
        <p:spPr>
          <a:xfrm>
            <a:off x="4738758" y="108671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|0&gt;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4EB3F0-F179-F6DE-11CC-16F996EC8FD6}"/>
              </a:ext>
            </a:extLst>
          </p:cNvPr>
          <p:cNvSpPr txBox="1"/>
          <p:nvPr/>
        </p:nvSpPr>
        <p:spPr>
          <a:xfrm>
            <a:off x="6310112" y="108671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|1&gt;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6769460-D5C9-6A99-A604-43B919F1016C}"/>
              </a:ext>
            </a:extLst>
          </p:cNvPr>
          <p:cNvCxnSpPr>
            <a:cxnSpLocks/>
            <a:stCxn id="45" idx="0"/>
            <a:endCxn id="43" idx="3"/>
          </p:cNvCxnSpPr>
          <p:nvPr/>
        </p:nvCxnSpPr>
        <p:spPr>
          <a:xfrm flipV="1">
            <a:off x="3927250" y="2023425"/>
            <a:ext cx="551669" cy="729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C2C170-ECE5-A422-3F48-814D9E3FEC0D}"/>
              </a:ext>
            </a:extLst>
          </p:cNvPr>
          <p:cNvCxnSpPr>
            <a:cxnSpLocks/>
            <a:stCxn id="43" idx="5"/>
            <a:endCxn id="48" idx="0"/>
          </p:cNvCxnSpPr>
          <p:nvPr/>
        </p:nvCxnSpPr>
        <p:spPr>
          <a:xfrm>
            <a:off x="4817447" y="2023425"/>
            <a:ext cx="414924" cy="729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7247104-09A6-CF15-9AEB-2C96133D1CC3}"/>
                  </a:ext>
                </a:extLst>
              </p:cNvPr>
              <p:cNvSpPr/>
              <p:nvPr/>
            </p:nvSpPr>
            <p:spPr>
              <a:xfrm>
                <a:off x="4408807" y="1614785"/>
                <a:ext cx="478752" cy="4787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7247104-09A6-CF15-9AEB-2C96133D1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807" y="1614785"/>
                <a:ext cx="478752" cy="47875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22E7500-9522-5B80-521C-4BF2C1068485}"/>
                  </a:ext>
                </a:extLst>
              </p:cNvPr>
              <p:cNvSpPr/>
              <p:nvPr/>
            </p:nvSpPr>
            <p:spPr>
              <a:xfrm>
                <a:off x="3693795" y="2753296"/>
                <a:ext cx="466909" cy="52901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7200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22E7500-9522-5B80-521C-4BF2C1068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795" y="2753296"/>
                <a:ext cx="466909" cy="529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2B8E402-E38C-CDB3-78EA-92429D181430}"/>
                  </a:ext>
                </a:extLst>
              </p:cNvPr>
              <p:cNvSpPr/>
              <p:nvPr/>
            </p:nvSpPr>
            <p:spPr>
              <a:xfrm>
                <a:off x="4998916" y="2753296"/>
                <a:ext cx="466909" cy="52901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7200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2B8E402-E38C-CDB3-78EA-92429D181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916" y="2753296"/>
                <a:ext cx="466909" cy="5290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D007063E-A0C7-55D4-83D2-F6B54B0419BC}"/>
              </a:ext>
            </a:extLst>
          </p:cNvPr>
          <p:cNvSpPr txBox="1"/>
          <p:nvPr/>
        </p:nvSpPr>
        <p:spPr>
          <a:xfrm>
            <a:off x="3686285" y="214636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|0&gt;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8DE85F-5D7E-CED3-E586-9378F1DD1F6A}"/>
              </a:ext>
            </a:extLst>
          </p:cNvPr>
          <p:cNvSpPr txBox="1"/>
          <p:nvPr/>
        </p:nvSpPr>
        <p:spPr>
          <a:xfrm>
            <a:off x="5059557" y="214636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|1&gt;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FE5B20F-8578-7E91-F3B1-77CCC4385D76}"/>
              </a:ext>
            </a:extLst>
          </p:cNvPr>
          <p:cNvCxnSpPr>
            <a:cxnSpLocks/>
            <a:stCxn id="54" idx="0"/>
            <a:endCxn id="53" idx="3"/>
          </p:cNvCxnSpPr>
          <p:nvPr/>
        </p:nvCxnSpPr>
        <p:spPr>
          <a:xfrm flipV="1">
            <a:off x="6226787" y="2023425"/>
            <a:ext cx="419149" cy="729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1D49F38-B5E4-A76C-761A-1BCFA25ADE98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6984464" y="2023425"/>
            <a:ext cx="534192" cy="729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1ACB054-01D8-54C6-59E3-08B7D668417F}"/>
                  </a:ext>
                </a:extLst>
              </p:cNvPr>
              <p:cNvSpPr/>
              <p:nvPr/>
            </p:nvSpPr>
            <p:spPr>
              <a:xfrm>
                <a:off x="6575824" y="1614785"/>
                <a:ext cx="478752" cy="4787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1ACB054-01D8-54C6-59E3-08B7D6684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824" y="1614785"/>
                <a:ext cx="478752" cy="47875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E6F0414-E82D-E84B-B691-1759467C3B1A}"/>
                  </a:ext>
                </a:extLst>
              </p:cNvPr>
              <p:cNvSpPr/>
              <p:nvPr/>
            </p:nvSpPr>
            <p:spPr>
              <a:xfrm>
                <a:off x="5993332" y="2753296"/>
                <a:ext cx="466909" cy="52901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7200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E6F0414-E82D-E84B-B691-1759467C3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332" y="2753296"/>
                <a:ext cx="466909" cy="5290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63E5CE0-F0EB-169A-D2A8-3E655378F758}"/>
                  </a:ext>
                </a:extLst>
              </p:cNvPr>
              <p:cNvSpPr/>
              <p:nvPr/>
            </p:nvSpPr>
            <p:spPr>
              <a:xfrm>
                <a:off x="7285201" y="2753296"/>
                <a:ext cx="466909" cy="52901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72000" bIns="72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JP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JP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63E5CE0-F0EB-169A-D2A8-3E655378F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201" y="2753296"/>
                <a:ext cx="466909" cy="5290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C721B96-B750-2A18-77A2-9AB7F3E9FD85}"/>
              </a:ext>
            </a:extLst>
          </p:cNvPr>
          <p:cNvSpPr txBox="1"/>
          <p:nvPr/>
        </p:nvSpPr>
        <p:spPr>
          <a:xfrm>
            <a:off x="5936819" y="214636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|0&gt;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7D31F6-A9A1-63B4-166D-2D39EAEC3C36}"/>
              </a:ext>
            </a:extLst>
          </p:cNvPr>
          <p:cNvSpPr txBox="1"/>
          <p:nvPr/>
        </p:nvSpPr>
        <p:spPr>
          <a:xfrm>
            <a:off x="7300438" y="214636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|1&gt;</a:t>
            </a:r>
          </a:p>
        </p:txBody>
      </p:sp>
    </p:spTree>
    <p:extLst>
      <p:ext uri="{BB962C8B-B14F-4D97-AF65-F5344CB8AC3E}">
        <p14:creationId xmlns:p14="http://schemas.microsoft.com/office/powerpoint/2010/main" val="256068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6857</TotalTime>
  <Words>25</Words>
  <Application>Microsoft Macintosh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DO, Minh Canh</dc:creator>
  <cp:lastModifiedBy>DO MinhCanh</cp:lastModifiedBy>
  <cp:revision>264</cp:revision>
  <dcterms:created xsi:type="dcterms:W3CDTF">2024-12-23T02:34:24Z</dcterms:created>
  <dcterms:modified xsi:type="dcterms:W3CDTF">2026-01-11T01:12:39Z</dcterms:modified>
</cp:coreProperties>
</file>